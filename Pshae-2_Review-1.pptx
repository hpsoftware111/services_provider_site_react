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3" r:id="rId4"/>
    <p:sldId id="262" r:id="rId5"/>
    <p:sldId id="260" r:id="rId6"/>
    <p:sldId id="261"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25.613"/>
    </inkml:context>
    <inkml:brush xml:id="br0">
      <inkml:brushProperty name="width" value="0.035" units="cm"/>
      <inkml:brushProperty name="height" value="0.035" units="cm"/>
      <inkml:brushProperty name="color" value="#E71224"/>
    </inkml:brush>
  </inkml:definitions>
  <inkml:trace contextRef="#ctx0" brushRef="#br0">4491 697 24575,'-7'-7'0,"0"1"0,-1 1 0,0-1 0,0 1 0,0 1 0,-1-1 0,1 1 0,-16-4 0,-75-17 0,97 24 0,-175-26 0,-282-8 0,161 18 0,-34-3 0,-590 43 0,728 2 0,-255 68 0,380-76 0,-79 18 0,1 6 0,-151 65 0,253-85 0,1 2 0,2 2 0,-66 51 0,37-18 0,-68 72 0,98-81 0,1 1 0,3 2 0,2 1 0,-36 73 0,50-87 0,3-4 0,1 1 0,2 1 0,1 1 0,3 0 0,0 1 0,3 0 0,-4 47 0,3 32 0,9 128 0,1-125 0,-1-77 0,2 0 0,2 0 0,2 0 0,1-1 0,3 0 0,1 0 0,2-1 0,2-1 0,2 0 0,2-1 0,1-1 0,2-1 0,31 41 0,18 9 0,4-4 0,3-3 0,101 80 0,-44-60 0,254 145 0,-321-207 0,106 63 0,292 123 0,388 99 0,-685-267 0,302 59 0,-142-53 0,473 72 0,32-57 0,-152-28 0,-585-44 0,90 10 0,83 3 0,-169-18 0,395-2 0,-1-35 0,133-106 0,-461 97 0,782-237 0,-895 263 0,71-36 0,-101 43 0,0-2 0,-1 0 0,-1-2 0,-1-1 0,23-21 0,-34 24 0,0 1 0,-1-1 0,-1-1 0,0 0 0,-1 0 0,0 0 0,-2-1 0,0 0 0,4-20 0,8-21 0,4-12 0,-3-1 0,-3-1 0,6-76 0,-7-225 0,4-515 0,-6 541 0,-15 301 0,-1 0 0,-3 1 0,-1 0 0,-2 0 0,-26-69 0,6 44 0,-3 2 0,-3 1 0,-3 2 0,-3 2 0,-2 1 0,-62-63 0,66 83 0,-1 2 0,-2 2 0,-2 2 0,-64-39 0,-209-101 0,223 126 0,-598-295 0,-31 65 0,573 233 0,-189-32 0,52 36 0,-561-6 0,808 49 0,-169 6 0,171-3 0,1 1 0,-1 3 0,-51 16 0,-61 26 0,2 7 0,-241 129 0,158-35-1365,206-135-5461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33.564"/>
    </inkml:context>
    <inkml:brush xml:id="br0">
      <inkml:brushProperty name="width" value="0.035" units="cm"/>
      <inkml:brushProperty name="height" value="0.035" units="cm"/>
      <inkml:brushProperty name="color" value="#E71224"/>
    </inkml:brush>
  </inkml:definitions>
  <inkml:trace contextRef="#ctx0" brushRef="#br0">6126 0 24575,'-39'3'0,"0"1"0,0 2 0,0 2 0,-48 16 0,0-1 0,-513 77 0,473-84 0,-208 19 0,-402-9 0,516-26 0,-358-15 0,-26-7 0,389 5 0,35 1 0,-50-2 426,72 4-1631,54 10-3669,-170 1 3092,-175 3 8712,256 5-6425,194-5-505,-285 15 0,235-9 0,0 2 0,0 2 0,-80 27 0,121-34 0,-1 1 0,1 0 0,0 1 0,0 0 0,1 1 0,0-1 0,0 2 0,0-1 0,1 1 0,-1 0 0,2 1 0,-11 13 0,8-6 0,1 1 0,0 0 0,1 0 0,1 0 0,1 1 0,-5 24 0,-7 39 0,4 1 0,3 0 0,4 1 0,8 154 0,0-221 0,0-1 0,1 1 0,0 0 0,1-1 0,1 1 0,0-1 0,1 0 0,1-1 0,10 17 0,-4-11 0,0-2 0,1 1 0,1-2 0,1 0 0,27 22 0,10 0 0,2-3 0,1-3 0,80 35 0,-8-12 0,3-6 0,2-5 0,209 40 0,426 16 0,681-77 0,-987-58 0,1 0 0,-270 30 0,831-31 0,-587-13 0,-366 39 0,171-20 0,-101 16 0,35-5 0,-147 14 0,0-2 0,0 0 0,53-23 0,-73 25 0,0-1 0,0 0 0,0 0 0,0-1 0,-1 0 0,0-1 0,-1 1 0,1-2 0,-2 1 0,1-1 0,-1 0 0,0 0 0,-1-1 0,7-18 0,-3 5 0,0-2 0,-2 1 0,-1-1 0,-1 0 0,2-32 0,-4-4 0,-2 0 0,-3 1 0,-3-1 0,-3 1 0,-29-115 0,21 132 0,-2 0 0,-1 2 0,-2 0 0,-2 1 0,-34-44 0,27 42 0,-2 1 0,-2 2 0,-2 1 0,-1 1 0,-2 2 0,-1 2 0,-2 2 0,-1 2 0,-49-25 0,67 41 30,-2 1 0,0 1 0,-39-10 0,54 18-165,0 1 0,0 0 0,0 0 0,0 1 0,-1 1 0,1 0 0,0 1 0,0 0 0,0 1 0,-19 5 0,9 0-6691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0.171"/>
    </inkml:context>
    <inkml:brush xml:id="br0">
      <inkml:brushProperty name="width" value="0.035" units="cm"/>
      <inkml:brushProperty name="height" value="0.035" units="cm"/>
      <inkml:brushProperty name="color" value="#E71224"/>
    </inkml:brush>
  </inkml:definitions>
  <inkml:trace contextRef="#ctx0" brushRef="#br0">3899 350 24575,'0'-2'0,"-1"0"0,1 0 0,0 0 0,-1 0 0,0 0 0,1 0 0,-1 0 0,0 0 0,0 0 0,0 1 0,0-1 0,0 0 0,0 1 0,0-1 0,-1 1 0,1-1 0,-1 1 0,1 0 0,-1-1 0,1 1 0,-1 0 0,0 0 0,0 0 0,-1-1 0,-51-15 0,47 15 0,-150-30 0,-165-10 0,197 27 0,-693-48 0,477 28 0,17 1 0,-76 3 0,-306-7 0,646 39 0,0 3 0,-78 16 0,108-14 0,0 2 0,1 1 0,0 1 0,0 1 0,2 2 0,-41 24 0,59-30 0,1 0 0,0 0 0,1 1 0,0 0 0,0 0 0,0 1 0,1 0 0,1 0 0,-1 0 0,2 1 0,-1 0 0,1 0 0,1 0 0,-5 20 0,1 5 0,1 1 0,1 0 0,1 38 0,4-63 0,1 0 0,0 1 0,1-1 0,0 0 0,0 0 0,1-1 0,1 1 0,0-1 0,0 1 0,1-1 0,0 0 0,1-1 0,0 1 0,1-1 0,12 14 0,8 4 0,1 0 0,2-2 0,38 25 0,-32-26 0,1-2 0,1-2 0,1-1 0,46 15 0,170 45 0,-249-77 0,211 51 0,391 46 0,-408-76 0,504 48 0,5-62 0,-137-61 0,-554 50 0,0-2 0,0 1 0,0-2 0,-1-1 0,1 0 0,-1-1 0,-1 0 0,27-17 0,-34 17 0,1-1 0,-1 0 0,0-1 0,-1 0 0,0 0 0,0-1 0,-1 1 0,0-2 0,-1 1 0,0-1 0,-1 0 0,0 0 0,6-20 0,153-529 0,-163 558 0,0 0 0,-1 0 0,1 0 0,0 0 0,-1-1 0,1 1 0,-1 0 0,0 0 0,0 0 0,0-1 0,0 1 0,0 0 0,0 0 0,-1 0 0,1-1 0,-1 1 0,1 0 0,-1 0 0,0 0 0,0 0 0,0 0 0,0 0 0,0 0 0,0 0 0,0 1 0,-3-4 0,1 4 0,0-1 0,0 1 0,-1 0 0,1 0 0,0 0 0,-1 0 0,1 1 0,0-1 0,-1 1 0,1 0 0,0 0 0,-1 0 0,1 0 0,-1 1 0,1-1 0,-5 3 0,-208 47-1365,185-43-5461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1.275"/>
    </inkml:context>
    <inkml:brush xml:id="br0">
      <inkml:brushProperty name="width" value="0.035" units="cm"/>
      <inkml:brushProperty name="height" value="0.035" units="cm"/>
      <inkml:brushProperty name="color" value="#E71224"/>
    </inkml:brush>
  </inkml:definitions>
  <inkml:trace contextRef="#ctx0" brushRef="#br0">0 0 24575,'6'6'0,"8"2"0,2 5 0,3 7 0,5 6 0,5-2 0,-4 1 0,-5 2 0,-1-3 0,-3-6-8191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3.226"/>
    </inkml:context>
    <inkml:brush xml:id="br0">
      <inkml:brushProperty name="width" value="0.035" units="cm"/>
      <inkml:brushProperty name="height" value="0.035" units="cm"/>
      <inkml:brushProperty name="color" value="#E71224"/>
    </inkml:brush>
  </inkml:definitions>
  <inkml:trace contextRef="#ctx0" brushRef="#br0">0 171 24575,'1'-8'0,"-1"1"0,1-1 0,0 1 0,1-1 0,0 1 0,0 0 0,1 0 0,0 0 0,0 0 0,0 0 0,1 0 0,0 1 0,0 0 0,1 0 0,0 0 0,0 0 0,0 1 0,1 0 0,0 0 0,0 0 0,0 1 0,0 0 0,1 0 0,-1 0 0,1 1 0,0 0 0,0 1 0,1-1 0,-1 1 0,0 1 0,1-1 0,-1 1 0,1 0 0,-1 1 0,1 0 0,0 0 0,-1 1 0,1 0 0,-1 0 0,0 1 0,1 0 0,-1 0 0,0 1 0,0-1 0,0 2 0,0-1 0,-1 1 0,10 6 0,-11-6 0,1 0 0,-1 1 0,0 0 0,0 0 0,-1 0 0,1 0 0,-1 1 0,0 0 0,0 0 0,-1 0 0,0 0 0,0 0 0,-1 1 0,1-1 0,-1 1 0,-1 0 0,1-1 0,-1 1 0,0 0 0,-1 0 0,0 0 0,0 0 0,0 0 0,-1 0 0,0 0 0,0 0 0,-1-1 0,0 1 0,0 0 0,0-1 0,-1 0 0,0 1 0,0-1 0,-1 0 0,0 0 0,0-1 0,0 1 0,-1-1 0,-5 5 0,-1 1 0,0-2 0,-1 1 0,-1-1 0,-18 10 0,15-10 0,0 1 0,-20 18 0,32-24 0,0 0 0,0 0 0,0 0 0,0 1 0,1-1 0,0 1 0,0 0 0,0 0 0,1 0 0,0 0 0,0 1 0,-2 6 0,1 10-243,0-1-1,1 1 0,3 36 0,-1-51-146,0 23-6436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3.864"/>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5.414"/>
    </inkml:context>
    <inkml:brush xml:id="br0">
      <inkml:brushProperty name="width" value="0.035" units="cm"/>
      <inkml:brushProperty name="height" value="0.035" units="cm"/>
      <inkml:brushProperty name="color" value="#E71224"/>
    </inkml:brush>
  </inkml:definitions>
  <inkml:trace contextRef="#ctx0" brushRef="#br0">949 1 24575,'2'0'0,"0"0"0,-1 1 0,1-1 0,0 0 0,-1 1 0,1 0 0,-1-1 0,1 1 0,-1 0 0,1 0 0,-1-1 0,1 1 0,-1 0 0,0 1 0,1-1 0,-1 0 0,0 0 0,0 0 0,0 1 0,1 1 0,18 35 0,-14-25 0,22 54 0,-3 0 0,-3 1 0,-3 2 0,17 114 0,8 295 0,-3 793 0,-35 7 0,-6-1129 0,-6-50 0,-5-1 0,-3-1 0,-32 111 0,-4 30 0,41-190 0,-1 0 0,-19 53 0,24-88 0,-1 0 0,0-1 0,0 0 0,-2 0 0,1-1 0,-2 1 0,1-2 0,-2 1 0,0-2 0,0 1 0,-22 17 0,-180 116 0,-202 157 0,159-94 0,254-206-21,-2 1-113,0 1-1,-1-1 1,0 0 0,1 1-1,-1-2 1,0 1-1,0 0 1,0-1-1,-6 2 1,0-4-6692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7.823"/>
    </inkml:context>
    <inkml:brush xml:id="br0">
      <inkml:brushProperty name="width" value="0.035" units="cm"/>
      <inkml:brushProperty name="height" value="0.035" units="cm"/>
      <inkml:brushProperty name="color" value="#E71224"/>
    </inkml:brush>
  </inkml:definitions>
  <inkml:trace contextRef="#ctx0" brushRef="#br0">4598 1 24575,'-5'0'0,"1"1"0,0-1 0,0 1 0,0 0 0,0 1 0,0-1 0,0 1 0,0-1 0,1 1 0,-1 0 0,1 1 0,-6 3 0,-41 40 0,26-23 0,-218 183 0,-426 275 0,408-318 0,-8-11 0,-427 176 0,411-195 0,264-123 0,-110 47 0,-225 68 0,324-115 0,-390 121 0,278-98 0,91-23 0,-67 21 0,-168 56 0,243-73 0,1 2 0,0 2 0,-40 23 0,-34 15 0,81-38-81,-38 23 0,45-24-1122,5-3-5623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0:53:48.27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1:00:30.421"/>
    </inkml:context>
    <inkml:brush xml:id="br0">
      <inkml:brushProperty name="width" value="0.035" units="cm"/>
      <inkml:brushProperty name="height" value="0.035" units="cm"/>
      <inkml:brushProperty name="color" value="#E71224"/>
    </inkml:brush>
  </inkml:definitions>
  <inkml:trace contextRef="#ctx0" brushRef="#br0">0 0 23572,'18197'8003'0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1:00:35.144"/>
    </inkml:context>
    <inkml:brush xml:id="br0">
      <inkml:brushProperty name="width" value="0.035" units="cm"/>
      <inkml:brushProperty name="height" value="0.035" units="cm"/>
      <inkml:brushProperty name="color" value="#E71224"/>
    </inkml:brush>
  </inkml:definitions>
  <inkml:trace contextRef="#ctx0" brushRef="#br0">1 0 24575,'8'14'0,"0"-1"0,1 0 0,1-1 0,0 0 0,1-1 0,0 0 0,1 0 0,0-1 0,14 8 0,-13-8 0,84 61-38,210 114 0,139 29-1005,1162 421-3258,37-108 78,-295-137 3161,-95-29 708,192 102 2222,-822-257-2015,-590-195 147,1404 443 0,-936-299 1474,770 350 0,-887-318-1089,242 112 1184,15-39-231,292 64 1760,168 101-3098,-793-305 0,182 84 0,-451-182 0,-1 1 0,0 2 0,-2 2 0,-2 1 0,64 63 0,-82-71 0,0 0 0,-1 2 0,-1 0 0,-2 1 0,0 0 0,-1 1 0,-1 1 0,-1 0 0,-2 0 0,0 1 0,6 37 0,24 346 0,-33-306 0,-6-92 0,2 0 0,-1 1 0,1-1 0,1 0 0,0 0 0,1 0 0,0-1 0,0 1 0,1-1 0,1 0 0,0 0 0,11 15 0,-2-10 0,0 0 0,0-1 0,1 0 0,1-1 0,35 20 0,7 0 0,2-2 0,0-4 0,73 23 0,-127-47 0,1-1 0,-1 0 0,1-1 0,0 1 0,-1-1 0,1-1 0,0 0 0,0 0 0,-1 0 0,1-1 0,0 0 0,-1-1 0,1 1 0,14-7 0,-14 4 0,1 0 0,-1-1 0,0-1 0,0 1 0,-1-1 0,1 0 0,-1-1 0,-1 0 0,1 0 0,-1 0 0,9-15 0,-11 17 7,0 0 0,0 0 0,1 1 0,0-1 0,0 1 0,0 0-1,0 0 1,1 1 0,0-1 0,-1 1 0,1 1 0,0-1 0,11-2 0,9-2-447,52-7 0,-61 11-142,7 0-6244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4T11:01:50.642"/>
    </inkml:context>
    <inkml:brush xml:id="br0">
      <inkml:brushProperty name="width" value="0.035" units="cm"/>
      <inkml:brushProperty name="height" value="0.035" units="cm"/>
      <inkml:brushProperty name="color" value="#E71224"/>
    </inkml:brush>
  </inkml:definitions>
  <inkml:trace contextRef="#ctx0" brushRef="#br0">0 0 24376,'14839'3315'0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530C-1CC4-0C6A-357C-8D8B65E876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4F6E1C-FDC0-D405-591D-7184E67AA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CC9EB1-B497-E984-1494-20E52C940565}"/>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5B79F963-5161-B483-E3CD-3DE4881F7E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AC22E8-5F75-FDBF-7B2F-A1EA75411212}"/>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1199407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12AD-5177-6AF7-D8CC-BB88798096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0CA61D-29CF-91AF-42A5-5BDA729EAD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60FF08-D696-2D5C-46CE-FC4100A575DE}"/>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564D90C2-6A60-31FA-D102-814E7F7D5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700E1-A11D-2463-4759-142AB9343ED4}"/>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3194265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15F0C-3839-950E-8E0A-8153904539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A4AB9B-11B6-D8B1-02DD-3C58D7DE15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2F424B-271E-82A1-D65D-29E52440D80A}"/>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208149DF-EF10-CAED-163E-F2E1491EC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2231B-119A-CBB4-41B7-F50B8BF7D820}"/>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1138461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C890B-DB4C-F4FA-1B24-484C79FAD6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7BE67D-F819-D19A-0D6B-9B19151391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667573-1FE0-D344-F06C-1BD80AB5B2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5971EA-D11A-CF50-2C98-88514EBEF46D}"/>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6" name="Footer Placeholder 5">
            <a:extLst>
              <a:ext uri="{FF2B5EF4-FFF2-40B4-BE49-F238E27FC236}">
                <a16:creationId xmlns:a16="http://schemas.microsoft.com/office/drawing/2014/main" id="{3982625D-15E0-C64A-4D0C-DA5A58F240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B579F-C870-E6D1-F1AD-833B614503D1}"/>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915032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59A5D-B7A6-74B1-7BEA-D26633EB7B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66FF64-640B-9A0C-41D9-6906B1FF3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54168D-B587-F767-2229-4674F042C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49D75-91D0-219F-34B4-9FABE1CEC2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09DDD6-FC19-0F66-7B7E-6E6B6679A9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9C6054-C9EC-E74F-8A4E-72EF2E9672A8}"/>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8" name="Footer Placeholder 7">
            <a:extLst>
              <a:ext uri="{FF2B5EF4-FFF2-40B4-BE49-F238E27FC236}">
                <a16:creationId xmlns:a16="http://schemas.microsoft.com/office/drawing/2014/main" id="{6A109ED4-B600-E688-1888-B1BCCBBCFC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4522AF-24DC-423B-A7AE-4DF64CB1E6E4}"/>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2486219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D8485-6960-36E8-7145-EF027E2DFA6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BDCB32-CDA6-290E-0F7C-E2DF4A65E334}"/>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4" name="Footer Placeholder 3">
            <a:extLst>
              <a:ext uri="{FF2B5EF4-FFF2-40B4-BE49-F238E27FC236}">
                <a16:creationId xmlns:a16="http://schemas.microsoft.com/office/drawing/2014/main" id="{D46F3573-E559-B82B-E073-2B553FE21B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A43DF9-F5C7-4048-2B9E-2FE720B26A22}"/>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2840171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4D8DD-DD88-D1E6-E422-B56CD01BF427}"/>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3" name="Footer Placeholder 2">
            <a:extLst>
              <a:ext uri="{FF2B5EF4-FFF2-40B4-BE49-F238E27FC236}">
                <a16:creationId xmlns:a16="http://schemas.microsoft.com/office/drawing/2014/main" id="{08C8EEA9-6E55-7CC1-900C-9C00C0C8FC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899AC5-031F-11F4-FCA8-C61F77D17777}"/>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1492849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68F99-8628-E66F-2DE2-7520246088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7612E2-455A-7D4C-5E1F-020A997D42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A61575-14B5-E1C2-3052-038DBC647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ADADC-C84E-291A-FF3F-AC9878C5E3AA}"/>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6" name="Footer Placeholder 5">
            <a:extLst>
              <a:ext uri="{FF2B5EF4-FFF2-40B4-BE49-F238E27FC236}">
                <a16:creationId xmlns:a16="http://schemas.microsoft.com/office/drawing/2014/main" id="{C41F2F07-6D89-89DE-46D7-6280249D0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6D6493-E18E-5BB3-D600-A27BBCBCC3E5}"/>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2015913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CED34-1457-1B72-C963-EC1B6B155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E9545F-3E2D-503C-9428-5068A7AD0A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60DD2C-9628-A11C-9132-D2C55E7CC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60FCFB-8EE3-F8FC-8DE8-E68351A828F9}"/>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6" name="Footer Placeholder 5">
            <a:extLst>
              <a:ext uri="{FF2B5EF4-FFF2-40B4-BE49-F238E27FC236}">
                <a16:creationId xmlns:a16="http://schemas.microsoft.com/office/drawing/2014/main" id="{B86BE19B-F5DB-AA90-28BB-A97397228B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9AEDF6-5B0A-FE78-2700-7A38F82BE91A}"/>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363950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C756-6329-C0CD-6B02-AEF713CFD6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7B0A9C-F49F-8DDF-B3AD-B5EE54FE83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BAE7D-0E5A-B7A0-D149-1E9D1D152B35}"/>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CC580C23-D422-8B97-0D75-5BFB6C939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8F51F-4038-809C-C67A-B85D81771164}"/>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21677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E4F67D-BA50-9684-AC2C-8E1EC554D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B26778-547A-DB0E-6140-C4DECDFD0F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623F1-BA11-905C-4D0F-9661B55C61B6}"/>
              </a:ext>
            </a:extLst>
          </p:cNvPr>
          <p:cNvSpPr>
            <a:spLocks noGrp="1"/>
          </p:cNvSpPr>
          <p:nvPr>
            <p:ph type="dt" sz="half" idx="10"/>
          </p:nvPr>
        </p:nvSpPr>
        <p:spPr/>
        <p:txBody>
          <a:body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87392269-13D4-EEB4-5724-67F9E1129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ED40C-29A8-BA37-3C9B-976CF9DA0C22}"/>
              </a:ext>
            </a:extLst>
          </p:cNvPr>
          <p:cNvSpPr>
            <a:spLocks noGrp="1"/>
          </p:cNvSpPr>
          <p:nvPr>
            <p:ph type="sldNum" sz="quarter" idx="12"/>
          </p:nvPr>
        </p:nvSpPr>
        <p:spPr/>
        <p:txBody>
          <a:bodyPr/>
          <a:lstStyle/>
          <a:p>
            <a:fld id="{64B4849E-DFC2-4FD4-94FB-393AE5DCC586}" type="slidenum">
              <a:rPr lang="en-US" smtClean="0"/>
              <a:t>‹#›</a:t>
            </a:fld>
            <a:endParaRPr lang="en-US"/>
          </a:p>
        </p:txBody>
      </p:sp>
    </p:spTree>
    <p:extLst>
      <p:ext uri="{BB962C8B-B14F-4D97-AF65-F5344CB8AC3E}">
        <p14:creationId xmlns:p14="http://schemas.microsoft.com/office/powerpoint/2010/main" val="23476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DD6003-B396-DA84-732A-F3E4619AB4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00FD75-8B67-294F-5626-53A95F9FCB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ABAF5-789F-590B-FAE4-F8D86529E4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A17A5F-710F-4993-9527-03D778281C21}" type="datetimeFigureOut">
              <a:rPr lang="en-US" smtClean="0"/>
              <a:t>12/14/2025</a:t>
            </a:fld>
            <a:endParaRPr lang="en-US"/>
          </a:p>
        </p:txBody>
      </p:sp>
      <p:sp>
        <p:nvSpPr>
          <p:cNvPr id="5" name="Footer Placeholder 4">
            <a:extLst>
              <a:ext uri="{FF2B5EF4-FFF2-40B4-BE49-F238E27FC236}">
                <a16:creationId xmlns:a16="http://schemas.microsoft.com/office/drawing/2014/main" id="{F0909760-8522-013E-B7D6-A1DB06AF19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065309-0E04-CFBE-7387-55D262704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B4849E-DFC2-4FD4-94FB-393AE5DCC586}" type="slidenum">
              <a:rPr lang="en-US" smtClean="0"/>
              <a:t>‹#›</a:t>
            </a:fld>
            <a:endParaRPr lang="en-US"/>
          </a:p>
        </p:txBody>
      </p:sp>
    </p:spTree>
    <p:extLst>
      <p:ext uri="{BB962C8B-B14F-4D97-AF65-F5344CB8AC3E}">
        <p14:creationId xmlns:p14="http://schemas.microsoft.com/office/powerpoint/2010/main" val="2015197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8.xml"/><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openxmlformats.org/officeDocument/2006/relationships/customXml" Target="../ink/ink4.xml"/><Relationship Id="rId19" Type="http://schemas.openxmlformats.org/officeDocument/2006/relationships/image" Target="../media/image10.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ustomXml" Target="../ink/ink10.xml"/><Relationship Id="rId7" Type="http://schemas.openxmlformats.org/officeDocument/2006/relationships/customXml" Target="../ink/ink12.xml"/><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customXml" Target="../ink/ink11.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phone&#10;&#10;AI-generated content may be incorrect.">
            <a:extLst>
              <a:ext uri="{FF2B5EF4-FFF2-40B4-BE49-F238E27FC236}">
                <a16:creationId xmlns:a16="http://schemas.microsoft.com/office/drawing/2014/main" id="{6C033F15-0ED1-3F16-F744-D07C14305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728" y="111638"/>
            <a:ext cx="3557493" cy="331736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C60B919C-E79B-0E54-1710-522605AA28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7365" y="1267795"/>
            <a:ext cx="7209092" cy="5725324"/>
          </a:xfrm>
          <a:prstGeom prst="rect">
            <a:avLst/>
          </a:prstGeom>
        </p:spPr>
      </p:pic>
      <p:sp>
        <p:nvSpPr>
          <p:cNvPr id="6" name="TextBox 5">
            <a:extLst>
              <a:ext uri="{FF2B5EF4-FFF2-40B4-BE49-F238E27FC236}">
                <a16:creationId xmlns:a16="http://schemas.microsoft.com/office/drawing/2014/main" id="{CB18FDC4-8FD6-0AF9-94AD-D5C7040162F0}"/>
              </a:ext>
            </a:extLst>
          </p:cNvPr>
          <p:cNvSpPr txBox="1"/>
          <p:nvPr/>
        </p:nvSpPr>
        <p:spPr>
          <a:xfrm>
            <a:off x="363516" y="3823637"/>
            <a:ext cx="4246323" cy="2585323"/>
          </a:xfrm>
          <a:prstGeom prst="rect">
            <a:avLst/>
          </a:prstGeom>
          <a:noFill/>
        </p:spPr>
        <p:txBody>
          <a:bodyPr wrap="square" rtlCol="0">
            <a:spAutoFit/>
          </a:bodyPr>
          <a:lstStyle/>
          <a:p>
            <a:r>
              <a:rPr lang="en-US" dirty="0"/>
              <a:t>I have several categories added;</a:t>
            </a:r>
          </a:p>
          <a:p>
            <a:endParaRPr lang="en-US" dirty="0"/>
          </a:p>
          <a:p>
            <a:r>
              <a:rPr lang="en-US" dirty="0"/>
              <a:t>Why the are not showing in filters? </a:t>
            </a:r>
          </a:p>
          <a:p>
            <a:endParaRPr lang="en-US" dirty="0"/>
          </a:p>
          <a:p>
            <a:endParaRPr lang="en-US" dirty="0"/>
          </a:p>
          <a:p>
            <a:endParaRPr lang="en-US" dirty="0"/>
          </a:p>
          <a:p>
            <a:endParaRPr lang="en-US" dirty="0"/>
          </a:p>
          <a:p>
            <a:r>
              <a:rPr lang="en-US" dirty="0"/>
              <a:t>Fixed</a:t>
            </a:r>
          </a:p>
          <a:p>
            <a:endParaRPr lang="en-US" dirty="0"/>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894A564D-7310-73F7-D24C-C9301D619389}"/>
                  </a:ext>
                </a:extLst>
              </p14:cNvPr>
              <p14:cNvContentPartPr/>
              <p14:nvPr/>
            </p14:nvContentPartPr>
            <p14:xfrm>
              <a:off x="5911239" y="2479902"/>
              <a:ext cx="3570480" cy="1805400"/>
            </p14:xfrm>
          </p:contentPart>
        </mc:Choice>
        <mc:Fallback xmlns="">
          <p:pic>
            <p:nvPicPr>
              <p:cNvPr id="7" name="Ink 6">
                <a:extLst>
                  <a:ext uri="{FF2B5EF4-FFF2-40B4-BE49-F238E27FC236}">
                    <a16:creationId xmlns:a16="http://schemas.microsoft.com/office/drawing/2014/main" id="{894A564D-7310-73F7-D24C-C9301D619389}"/>
                  </a:ext>
                </a:extLst>
              </p:cNvPr>
              <p:cNvPicPr/>
              <p:nvPr/>
            </p:nvPicPr>
            <p:blipFill>
              <a:blip r:embed="rId5"/>
              <a:stretch>
                <a:fillRect/>
              </a:stretch>
            </p:blipFill>
            <p:spPr>
              <a:xfrm>
                <a:off x="5905119" y="2473782"/>
                <a:ext cx="3582720" cy="1817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AED63B82-5AFF-498E-C103-AA266064C5C8}"/>
                  </a:ext>
                </a:extLst>
              </p14:cNvPr>
              <p14:cNvContentPartPr/>
              <p14:nvPr/>
            </p14:nvContentPartPr>
            <p14:xfrm>
              <a:off x="2241039" y="1665942"/>
              <a:ext cx="2507400" cy="652680"/>
            </p14:xfrm>
          </p:contentPart>
        </mc:Choice>
        <mc:Fallback xmlns="">
          <p:pic>
            <p:nvPicPr>
              <p:cNvPr id="8" name="Ink 7">
                <a:extLst>
                  <a:ext uri="{FF2B5EF4-FFF2-40B4-BE49-F238E27FC236}">
                    <a16:creationId xmlns:a16="http://schemas.microsoft.com/office/drawing/2014/main" id="{AED63B82-5AFF-498E-C103-AA266064C5C8}"/>
                  </a:ext>
                </a:extLst>
              </p:cNvPr>
              <p:cNvPicPr/>
              <p:nvPr/>
            </p:nvPicPr>
            <p:blipFill>
              <a:blip r:embed="rId7"/>
              <a:stretch>
                <a:fillRect/>
              </a:stretch>
            </p:blipFill>
            <p:spPr>
              <a:xfrm>
                <a:off x="2234919" y="1659822"/>
                <a:ext cx="2519640" cy="664920"/>
              </a:xfrm>
              <a:prstGeom prst="rect">
                <a:avLst/>
              </a:prstGeom>
            </p:spPr>
          </p:pic>
        </mc:Fallback>
      </mc:AlternateContent>
      <p:grpSp>
        <p:nvGrpSpPr>
          <p:cNvPr id="17" name="Group 16">
            <a:extLst>
              <a:ext uri="{FF2B5EF4-FFF2-40B4-BE49-F238E27FC236}">
                <a16:creationId xmlns:a16="http://schemas.microsoft.com/office/drawing/2014/main" id="{E598841F-8DB9-5754-ACF6-7E7E41593AC9}"/>
              </a:ext>
            </a:extLst>
          </p:cNvPr>
          <p:cNvGrpSpPr/>
          <p:nvPr/>
        </p:nvGrpSpPr>
        <p:grpSpPr>
          <a:xfrm>
            <a:off x="2604639" y="2329422"/>
            <a:ext cx="3220560" cy="1976400"/>
            <a:chOff x="2604639" y="2329422"/>
            <a:chExt cx="3220560" cy="1976400"/>
          </a:xfrm>
        </p:grpSpPr>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5059996C-6F0A-B3C4-132C-5CE58ED6D9F4}"/>
                    </a:ext>
                  </a:extLst>
                </p14:cNvPr>
                <p14:cNvContentPartPr/>
                <p14:nvPr/>
              </p14:nvContentPartPr>
              <p14:xfrm>
                <a:off x="2604639" y="2930622"/>
                <a:ext cx="1508760" cy="437760"/>
              </p14:xfrm>
            </p:contentPart>
          </mc:Choice>
          <mc:Fallback xmlns="">
            <p:pic>
              <p:nvPicPr>
                <p:cNvPr id="9" name="Ink 8">
                  <a:extLst>
                    <a:ext uri="{FF2B5EF4-FFF2-40B4-BE49-F238E27FC236}">
                      <a16:creationId xmlns:a16="http://schemas.microsoft.com/office/drawing/2014/main" id="{5059996C-6F0A-B3C4-132C-5CE58ED6D9F4}"/>
                    </a:ext>
                  </a:extLst>
                </p:cNvPr>
                <p:cNvPicPr/>
                <p:nvPr/>
              </p:nvPicPr>
              <p:blipFill>
                <a:blip r:embed="rId9"/>
                <a:stretch>
                  <a:fillRect/>
                </a:stretch>
              </p:blipFill>
              <p:spPr>
                <a:xfrm>
                  <a:off x="2598519" y="2924502"/>
                  <a:ext cx="1521000" cy="450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2E129075-6B99-754C-3011-1D89B1D154EC}"/>
                    </a:ext>
                  </a:extLst>
                </p14:cNvPr>
                <p14:cNvContentPartPr/>
                <p14:nvPr/>
              </p14:nvContentPartPr>
              <p14:xfrm>
                <a:off x="3920439" y="3382062"/>
                <a:ext cx="68040" cy="68760"/>
              </p14:xfrm>
            </p:contentPart>
          </mc:Choice>
          <mc:Fallback xmlns="">
            <p:pic>
              <p:nvPicPr>
                <p:cNvPr id="10" name="Ink 9">
                  <a:extLst>
                    <a:ext uri="{FF2B5EF4-FFF2-40B4-BE49-F238E27FC236}">
                      <a16:creationId xmlns:a16="http://schemas.microsoft.com/office/drawing/2014/main" id="{2E129075-6B99-754C-3011-1D89B1D154EC}"/>
                    </a:ext>
                  </a:extLst>
                </p:cNvPr>
                <p:cNvPicPr/>
                <p:nvPr/>
              </p:nvPicPr>
              <p:blipFill>
                <a:blip r:embed="rId11"/>
                <a:stretch>
                  <a:fillRect/>
                </a:stretch>
              </p:blipFill>
              <p:spPr>
                <a:xfrm>
                  <a:off x="3914319" y="3375942"/>
                  <a:ext cx="802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6AD1ECFC-CAAF-60F1-C106-CF638DF666B2}"/>
                    </a:ext>
                  </a:extLst>
                </p14:cNvPr>
                <p14:cNvContentPartPr/>
                <p14:nvPr/>
              </p14:nvContentPartPr>
              <p14:xfrm>
                <a:off x="4096119" y="3383142"/>
                <a:ext cx="125280" cy="222120"/>
              </p14:xfrm>
            </p:contentPart>
          </mc:Choice>
          <mc:Fallback xmlns="">
            <p:pic>
              <p:nvPicPr>
                <p:cNvPr id="11" name="Ink 10">
                  <a:extLst>
                    <a:ext uri="{FF2B5EF4-FFF2-40B4-BE49-F238E27FC236}">
                      <a16:creationId xmlns:a16="http://schemas.microsoft.com/office/drawing/2014/main" id="{6AD1ECFC-CAAF-60F1-C106-CF638DF666B2}"/>
                    </a:ext>
                  </a:extLst>
                </p:cNvPr>
                <p:cNvPicPr/>
                <p:nvPr/>
              </p:nvPicPr>
              <p:blipFill>
                <a:blip r:embed="rId13"/>
                <a:stretch>
                  <a:fillRect/>
                </a:stretch>
              </p:blipFill>
              <p:spPr>
                <a:xfrm>
                  <a:off x="4089999" y="3377022"/>
                  <a:ext cx="1375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D0E8DFE-42D0-3206-555C-AD253DC31D7C}"/>
                    </a:ext>
                  </a:extLst>
                </p14:cNvPr>
                <p14:cNvContentPartPr/>
                <p14:nvPr/>
              </p14:nvContentPartPr>
              <p14:xfrm>
                <a:off x="4133559" y="3745302"/>
                <a:ext cx="360" cy="360"/>
              </p14:xfrm>
            </p:contentPart>
          </mc:Choice>
          <mc:Fallback xmlns="">
            <p:pic>
              <p:nvPicPr>
                <p:cNvPr id="12" name="Ink 11">
                  <a:extLst>
                    <a:ext uri="{FF2B5EF4-FFF2-40B4-BE49-F238E27FC236}">
                      <a16:creationId xmlns:a16="http://schemas.microsoft.com/office/drawing/2014/main" id="{4D0E8DFE-42D0-3206-555C-AD253DC31D7C}"/>
                    </a:ext>
                  </a:extLst>
                </p:cNvPr>
                <p:cNvPicPr/>
                <p:nvPr/>
              </p:nvPicPr>
              <p:blipFill>
                <a:blip r:embed="rId15"/>
                <a:stretch>
                  <a:fillRect/>
                </a:stretch>
              </p:blipFill>
              <p:spPr>
                <a:xfrm>
                  <a:off x="4127439" y="373918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878D3895-4F86-5EFD-D8E8-8A940BF5F033}"/>
                    </a:ext>
                  </a:extLst>
                </p14:cNvPr>
                <p14:cNvContentPartPr/>
                <p14:nvPr/>
              </p14:nvContentPartPr>
              <p14:xfrm>
                <a:off x="4167759" y="2329422"/>
                <a:ext cx="442080" cy="1976400"/>
              </p14:xfrm>
            </p:contentPart>
          </mc:Choice>
          <mc:Fallback xmlns="">
            <p:pic>
              <p:nvPicPr>
                <p:cNvPr id="14" name="Ink 13">
                  <a:extLst>
                    <a:ext uri="{FF2B5EF4-FFF2-40B4-BE49-F238E27FC236}">
                      <a16:creationId xmlns:a16="http://schemas.microsoft.com/office/drawing/2014/main" id="{878D3895-4F86-5EFD-D8E8-8A940BF5F033}"/>
                    </a:ext>
                  </a:extLst>
                </p:cNvPr>
                <p:cNvPicPr/>
                <p:nvPr/>
              </p:nvPicPr>
              <p:blipFill>
                <a:blip r:embed="rId17"/>
                <a:stretch>
                  <a:fillRect/>
                </a:stretch>
              </p:blipFill>
              <p:spPr>
                <a:xfrm>
                  <a:off x="4161639" y="2323302"/>
                  <a:ext cx="454320" cy="1988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CC8D42CE-FBFD-F52C-5A56-262792DDBABE}"/>
                    </a:ext>
                  </a:extLst>
                </p14:cNvPr>
                <p14:cNvContentPartPr/>
                <p14:nvPr/>
              </p14:nvContentPartPr>
              <p14:xfrm>
                <a:off x="4169559" y="3481782"/>
                <a:ext cx="1655640" cy="822240"/>
              </p14:xfrm>
            </p:contentPart>
          </mc:Choice>
          <mc:Fallback xmlns="">
            <p:pic>
              <p:nvPicPr>
                <p:cNvPr id="15" name="Ink 14">
                  <a:extLst>
                    <a:ext uri="{FF2B5EF4-FFF2-40B4-BE49-F238E27FC236}">
                      <a16:creationId xmlns:a16="http://schemas.microsoft.com/office/drawing/2014/main" id="{CC8D42CE-FBFD-F52C-5A56-262792DDBABE}"/>
                    </a:ext>
                  </a:extLst>
                </p:cNvPr>
                <p:cNvPicPr/>
                <p:nvPr/>
              </p:nvPicPr>
              <p:blipFill>
                <a:blip r:embed="rId19"/>
                <a:stretch>
                  <a:fillRect/>
                </a:stretch>
              </p:blipFill>
              <p:spPr>
                <a:xfrm>
                  <a:off x="4163439" y="3475662"/>
                  <a:ext cx="1667880" cy="834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65DB00D2-F927-493A-15BB-CF24A96681CF}"/>
                  </a:ext>
                </a:extLst>
              </p14:cNvPr>
              <p14:cNvContentPartPr/>
              <p14:nvPr/>
            </p14:nvContentPartPr>
            <p14:xfrm>
              <a:off x="4396719" y="5147862"/>
              <a:ext cx="360" cy="360"/>
            </p14:xfrm>
          </p:contentPart>
        </mc:Choice>
        <mc:Fallback xmlns="">
          <p:pic>
            <p:nvPicPr>
              <p:cNvPr id="16" name="Ink 15">
                <a:extLst>
                  <a:ext uri="{FF2B5EF4-FFF2-40B4-BE49-F238E27FC236}">
                    <a16:creationId xmlns:a16="http://schemas.microsoft.com/office/drawing/2014/main" id="{65DB00D2-F927-493A-15BB-CF24A96681CF}"/>
                  </a:ext>
                </a:extLst>
              </p:cNvPr>
              <p:cNvPicPr/>
              <p:nvPr/>
            </p:nvPicPr>
            <p:blipFill>
              <a:blip r:embed="rId15"/>
              <a:stretch>
                <a:fillRect/>
              </a:stretch>
            </p:blipFill>
            <p:spPr>
              <a:xfrm>
                <a:off x="4390599" y="5141742"/>
                <a:ext cx="12600" cy="12600"/>
              </a:xfrm>
              <a:prstGeom prst="rect">
                <a:avLst/>
              </a:prstGeom>
            </p:spPr>
          </p:pic>
        </mc:Fallback>
      </mc:AlternateContent>
    </p:spTree>
    <p:extLst>
      <p:ext uri="{BB962C8B-B14F-4D97-AF65-F5344CB8AC3E}">
        <p14:creationId xmlns:p14="http://schemas.microsoft.com/office/powerpoint/2010/main" val="875352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4E49B89E-FBD9-52D6-2961-C264CB251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1075" y="0"/>
            <a:ext cx="2524010" cy="6858000"/>
          </a:xfrm>
          <a:prstGeom prst="rect">
            <a:avLst/>
          </a:prstGeom>
        </p:spPr>
      </p:pic>
      <p:sp>
        <p:nvSpPr>
          <p:cNvPr id="4" name="TextBox 3">
            <a:extLst>
              <a:ext uri="{FF2B5EF4-FFF2-40B4-BE49-F238E27FC236}">
                <a16:creationId xmlns:a16="http://schemas.microsoft.com/office/drawing/2014/main" id="{38FEA6F2-4FC6-402C-377C-70AE6F49D2D3}"/>
              </a:ext>
            </a:extLst>
          </p:cNvPr>
          <p:cNvSpPr txBox="1"/>
          <p:nvPr/>
        </p:nvSpPr>
        <p:spPr>
          <a:xfrm>
            <a:off x="588724" y="173503"/>
            <a:ext cx="7052154" cy="6740307"/>
          </a:xfrm>
          <a:prstGeom prst="rect">
            <a:avLst/>
          </a:prstGeom>
          <a:noFill/>
        </p:spPr>
        <p:txBody>
          <a:bodyPr wrap="square" rtlCol="0">
            <a:spAutoFit/>
          </a:bodyPr>
          <a:lstStyle/>
          <a:p>
            <a:r>
              <a:rPr lang="en-US" dirty="0"/>
              <a:t>Can you define to be differences between: </a:t>
            </a:r>
          </a:p>
          <a:p>
            <a:endParaRPr lang="en-US" dirty="0"/>
          </a:p>
          <a:p>
            <a:pPr marL="285750" indent="-285750">
              <a:buFontTx/>
              <a:buChar char="-"/>
            </a:pPr>
            <a:r>
              <a:rPr lang="en-US" dirty="0"/>
              <a:t>Leads</a:t>
            </a:r>
          </a:p>
          <a:p>
            <a:pPr marL="285750" indent="-285750">
              <a:buFontTx/>
              <a:buChar char="-"/>
            </a:pPr>
            <a:endParaRPr lang="en-US" dirty="0"/>
          </a:p>
          <a:p>
            <a:pPr marL="285750" indent="-285750">
              <a:buFontTx/>
              <a:buChar char="-"/>
            </a:pPr>
            <a:r>
              <a:rPr lang="en-US" dirty="0"/>
              <a:t>Proposals</a:t>
            </a:r>
          </a:p>
          <a:p>
            <a:pPr marL="285750" indent="-285750">
              <a:buFontTx/>
              <a:buChar char="-"/>
            </a:pPr>
            <a:endParaRPr lang="en-US" dirty="0"/>
          </a:p>
          <a:p>
            <a:pPr marL="285750" indent="-285750">
              <a:buFontTx/>
              <a:buChar char="-"/>
            </a:pPr>
            <a:r>
              <a:rPr lang="en-US" dirty="0"/>
              <a:t>Service Requests </a:t>
            </a:r>
          </a:p>
          <a:p>
            <a:pPr marL="285750" indent="-285750">
              <a:buFontTx/>
              <a:buChar char="-"/>
            </a:pPr>
            <a:endParaRPr lang="en-US" dirty="0"/>
          </a:p>
          <a:p>
            <a:pPr marL="285750" indent="-285750">
              <a:buFontTx/>
              <a:buChar char="-"/>
            </a:pPr>
            <a:r>
              <a:rPr lang="en-US" dirty="0"/>
              <a:t>Work Orders </a:t>
            </a:r>
          </a:p>
          <a:p>
            <a:pPr marL="285750" indent="-285750">
              <a:buFontTx/>
              <a:buChar char="-"/>
            </a:pPr>
            <a:endParaRPr lang="en-US" dirty="0"/>
          </a:p>
          <a:p>
            <a:r>
              <a:rPr lang="en-US" dirty="0"/>
              <a:t>And logic for each please </a:t>
            </a:r>
          </a:p>
          <a:p>
            <a:endParaRPr lang="en-US" dirty="0"/>
          </a:p>
          <a:p>
            <a:r>
              <a:rPr lang="en-US" dirty="0"/>
              <a:t>Also, when any of the above are rejected or Not approved – can you add filed for received to be ale to choose the reason for rejecting it:</a:t>
            </a:r>
          </a:p>
          <a:p>
            <a:endParaRPr lang="en-US" dirty="0"/>
          </a:p>
          <a:p>
            <a:endParaRPr lang="en-US" dirty="0"/>
          </a:p>
          <a:p>
            <a:r>
              <a:rPr lang="en-US" dirty="0"/>
              <a:t>For example; LEADS &gt;&gt; REJECTED &gt;  Reason: [ Too far,  Too Expensive, Not Relevant Service Request, Other (Describe) </a:t>
            </a:r>
          </a:p>
          <a:p>
            <a:endParaRPr lang="en-US" dirty="0"/>
          </a:p>
          <a:p>
            <a:pPr lvl="1"/>
            <a:r>
              <a:rPr lang="en-US" dirty="0" err="1"/>
              <a:t>Answer:</a:t>
            </a:r>
            <a:r>
              <a:rPr lang="en-US" b="1" dirty="0" err="1"/>
              <a:t>Definitions</a:t>
            </a:r>
            <a:r>
              <a:rPr lang="en-US" b="1" dirty="0"/>
              <a:t> and logic</a:t>
            </a:r>
          </a:p>
          <a:p>
            <a:pPr lvl="1"/>
            <a:r>
              <a:rPr lang="en-US" dirty="0"/>
              <a:t>Service Request — Customer's initial request</a:t>
            </a:r>
          </a:p>
          <a:p>
            <a:pPr lvl="1"/>
            <a:r>
              <a:rPr lang="en-US" dirty="0"/>
              <a:t>Lead — System notification to provider</a:t>
            </a:r>
          </a:p>
          <a:p>
            <a:pPr lvl="1"/>
            <a:r>
              <a:rPr lang="en-US" dirty="0"/>
              <a:t>Proposal — Provider's offer with price</a:t>
            </a:r>
          </a:p>
          <a:p>
            <a:pPr lvl="1"/>
            <a:r>
              <a:rPr lang="en-US" dirty="0"/>
              <a:t>Work Order — Active work assignment</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DB6E035-BD28-9D10-A400-AF0CAE3AEC37}"/>
                  </a:ext>
                </a:extLst>
              </p14:cNvPr>
              <p14:cNvContentPartPr/>
              <p14:nvPr/>
            </p14:nvContentPartPr>
            <p14:xfrm>
              <a:off x="1978959" y="801582"/>
              <a:ext cx="6551280" cy="2881440"/>
            </p14:xfrm>
          </p:contentPart>
        </mc:Choice>
        <mc:Fallback xmlns="">
          <p:pic>
            <p:nvPicPr>
              <p:cNvPr id="6" name="Ink 5">
                <a:extLst>
                  <a:ext uri="{FF2B5EF4-FFF2-40B4-BE49-F238E27FC236}">
                    <a16:creationId xmlns:a16="http://schemas.microsoft.com/office/drawing/2014/main" id="{CDB6E035-BD28-9D10-A400-AF0CAE3AEC37}"/>
                  </a:ext>
                </a:extLst>
              </p:cNvPr>
              <p:cNvPicPr/>
              <p:nvPr/>
            </p:nvPicPr>
            <p:blipFill>
              <a:blip r:embed="rId4"/>
              <a:stretch>
                <a:fillRect/>
              </a:stretch>
            </p:blipFill>
            <p:spPr>
              <a:xfrm>
                <a:off x="1972839" y="795462"/>
                <a:ext cx="6563520" cy="2893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C75CEE0C-ADC6-2C2C-038A-D60896F2E237}"/>
                  </a:ext>
                </a:extLst>
              </p14:cNvPr>
              <p14:cNvContentPartPr/>
              <p14:nvPr/>
            </p14:nvContentPartPr>
            <p14:xfrm>
              <a:off x="2118460" y="1482919"/>
              <a:ext cx="6523200" cy="2731680"/>
            </p14:xfrm>
          </p:contentPart>
        </mc:Choice>
        <mc:Fallback xmlns="">
          <p:pic>
            <p:nvPicPr>
              <p:cNvPr id="7" name="Ink 6">
                <a:extLst>
                  <a:ext uri="{FF2B5EF4-FFF2-40B4-BE49-F238E27FC236}">
                    <a16:creationId xmlns:a16="http://schemas.microsoft.com/office/drawing/2014/main" id="{C75CEE0C-ADC6-2C2C-038A-D60896F2E237}"/>
                  </a:ext>
                </a:extLst>
              </p:cNvPr>
              <p:cNvPicPr/>
              <p:nvPr/>
            </p:nvPicPr>
            <p:blipFill>
              <a:blip r:embed="rId6"/>
              <a:stretch>
                <a:fillRect/>
              </a:stretch>
            </p:blipFill>
            <p:spPr>
              <a:xfrm>
                <a:off x="2112340" y="1476799"/>
                <a:ext cx="6535440" cy="2743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5AE5C90D-551C-EE0F-5C23-4D17A792FE7A}"/>
                  </a:ext>
                </a:extLst>
              </p14:cNvPr>
              <p14:cNvContentPartPr/>
              <p14:nvPr/>
            </p14:nvContentPartPr>
            <p14:xfrm>
              <a:off x="2831980" y="2040559"/>
              <a:ext cx="5342400" cy="1193760"/>
            </p14:xfrm>
          </p:contentPart>
        </mc:Choice>
        <mc:Fallback xmlns="">
          <p:pic>
            <p:nvPicPr>
              <p:cNvPr id="14" name="Ink 13">
                <a:extLst>
                  <a:ext uri="{FF2B5EF4-FFF2-40B4-BE49-F238E27FC236}">
                    <a16:creationId xmlns:a16="http://schemas.microsoft.com/office/drawing/2014/main" id="{5AE5C90D-551C-EE0F-5C23-4D17A792FE7A}"/>
                  </a:ext>
                </a:extLst>
              </p:cNvPr>
              <p:cNvPicPr/>
              <p:nvPr/>
            </p:nvPicPr>
            <p:blipFill>
              <a:blip r:embed="rId8"/>
              <a:stretch>
                <a:fillRect/>
              </a:stretch>
            </p:blipFill>
            <p:spPr>
              <a:xfrm>
                <a:off x="2825860" y="2034439"/>
                <a:ext cx="5354640" cy="1206000"/>
              </a:xfrm>
              <a:prstGeom prst="rect">
                <a:avLst/>
              </a:prstGeom>
            </p:spPr>
          </p:pic>
        </mc:Fallback>
      </mc:AlternateContent>
    </p:spTree>
    <p:extLst>
      <p:ext uri="{BB962C8B-B14F-4D97-AF65-F5344CB8AC3E}">
        <p14:creationId xmlns:p14="http://schemas.microsoft.com/office/powerpoint/2010/main" val="4290546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E173AD-DDB6-CB9C-945C-E0DD3902155F}"/>
              </a:ext>
            </a:extLst>
          </p:cNvPr>
          <p:cNvSpPr txBox="1"/>
          <p:nvPr/>
        </p:nvSpPr>
        <p:spPr>
          <a:xfrm>
            <a:off x="1156315" y="287114"/>
            <a:ext cx="8582487" cy="6283771"/>
          </a:xfrm>
          <a:prstGeom prst="rect">
            <a:avLst/>
          </a:prstGeom>
          <a:noFill/>
        </p:spPr>
        <p:txBody>
          <a:bodyPr wrap="square">
            <a:spAutoFit/>
          </a:bodyPr>
          <a:lstStyle/>
          <a:p>
            <a:pPr>
              <a:spcBef>
                <a:spcPts val="1350"/>
              </a:spcBef>
              <a:spcAft>
                <a:spcPts val="600"/>
              </a:spcAft>
            </a:pPr>
            <a:r>
              <a:rPr lang="en-US" b="1" dirty="0">
                <a:solidFill>
                  <a:prstClr val="black"/>
                </a:solidFill>
              </a:rPr>
              <a:t>Definitions and logic</a:t>
            </a:r>
          </a:p>
          <a:p>
            <a:pPr>
              <a:spcBef>
                <a:spcPts val="1350"/>
              </a:spcBef>
              <a:spcAft>
                <a:spcPts val="600"/>
              </a:spcAft>
              <a:buNone/>
            </a:pPr>
            <a:br>
              <a:rPr lang="en-US" b="1" dirty="0">
                <a:effectLst/>
              </a:rPr>
            </a:br>
            <a:r>
              <a:rPr lang="en-US" b="1" dirty="0">
                <a:effectLst/>
              </a:rPr>
              <a:t>1. Service Request</a:t>
            </a:r>
          </a:p>
          <a:p>
            <a:pPr>
              <a:spcBef>
                <a:spcPts val="150"/>
              </a:spcBef>
              <a:spcAft>
                <a:spcPts val="150"/>
              </a:spcAft>
              <a:buFont typeface="Arial" panose="020B0604020202020204" pitchFamily="34" charset="0"/>
              <a:buChar char="•"/>
            </a:pPr>
            <a:r>
              <a:rPr lang="en-US" dirty="0">
                <a:effectLst/>
              </a:rPr>
              <a:t>What: Customer's initial request for a service</a:t>
            </a:r>
          </a:p>
          <a:p>
            <a:pPr>
              <a:spcBef>
                <a:spcPts val="150"/>
              </a:spcBef>
              <a:spcAft>
                <a:spcPts val="150"/>
              </a:spcAft>
              <a:buFont typeface="Arial" panose="020B0604020202020204" pitchFamily="34" charset="0"/>
              <a:buChar char="•"/>
            </a:pPr>
            <a:r>
              <a:rPr lang="en-US" dirty="0">
                <a:effectLst/>
              </a:rPr>
              <a:t>Created by: Customer</a:t>
            </a:r>
          </a:p>
          <a:p>
            <a:pPr>
              <a:spcBef>
                <a:spcPts val="150"/>
              </a:spcBef>
              <a:spcAft>
                <a:spcPts val="150"/>
              </a:spcAft>
              <a:buFont typeface="Arial" panose="020B0604020202020204" pitchFamily="34" charset="0"/>
              <a:buChar char="•"/>
            </a:pPr>
            <a:r>
              <a:rPr lang="en-US" dirty="0">
                <a:effectLst/>
              </a:rPr>
              <a:t>Status flow: </a:t>
            </a:r>
            <a:r>
              <a:rPr lang="en-US" dirty="0">
                <a:effectLst/>
                <a:latin typeface="Consolas" panose="020B0609020204030204" pitchFamily="49" charset="0"/>
              </a:rPr>
              <a:t>REQUEST_CREATED</a:t>
            </a:r>
            <a:r>
              <a:rPr lang="en-US" dirty="0">
                <a:effectLst/>
              </a:rPr>
              <a:t> → </a:t>
            </a:r>
            <a:r>
              <a:rPr lang="en-US" dirty="0">
                <a:effectLst/>
                <a:latin typeface="Consolas" panose="020B0609020204030204" pitchFamily="49" charset="0"/>
              </a:rPr>
              <a:t>LEAD_ASSIGNED</a:t>
            </a:r>
            <a:r>
              <a:rPr lang="en-US" dirty="0">
                <a:effectLst/>
              </a:rPr>
              <a:t> → </a:t>
            </a:r>
            <a:r>
              <a:rPr lang="en-US" dirty="0">
                <a:effectLst/>
                <a:latin typeface="Consolas" panose="020B0609020204030204" pitchFamily="49" charset="0"/>
              </a:rPr>
              <a:t>IN_PROGRESS</a:t>
            </a:r>
            <a:r>
              <a:rPr lang="en-US" dirty="0">
                <a:effectLst/>
              </a:rPr>
              <a:t> → </a:t>
            </a:r>
            <a:r>
              <a:rPr lang="en-US" dirty="0">
                <a:effectLst/>
                <a:latin typeface="Consolas" panose="020B0609020204030204" pitchFamily="49" charset="0"/>
              </a:rPr>
              <a:t>COMPLETED</a:t>
            </a:r>
            <a:r>
              <a:rPr lang="en-US" dirty="0">
                <a:effectLst/>
              </a:rPr>
              <a:t> → </a:t>
            </a:r>
            <a:r>
              <a:rPr lang="en-US" dirty="0">
                <a:effectLst/>
                <a:latin typeface="Consolas" panose="020B0609020204030204" pitchFamily="49" charset="0"/>
              </a:rPr>
              <a:t>APPROVED</a:t>
            </a:r>
            <a:r>
              <a:rPr lang="en-US" dirty="0">
                <a:effectLst/>
              </a:rPr>
              <a:t> → </a:t>
            </a:r>
            <a:r>
              <a:rPr lang="en-US" dirty="0">
                <a:effectLst/>
                <a:latin typeface="Consolas" panose="020B0609020204030204" pitchFamily="49" charset="0"/>
              </a:rPr>
              <a:t>CLOSED</a:t>
            </a:r>
            <a:endParaRPr lang="en-US" dirty="0">
              <a:effectLst/>
            </a:endParaRPr>
          </a:p>
          <a:p>
            <a:pPr>
              <a:spcBef>
                <a:spcPts val="150"/>
              </a:spcBef>
              <a:spcAft>
                <a:spcPts val="150"/>
              </a:spcAft>
              <a:buFont typeface="Arial" panose="020B0604020202020204" pitchFamily="34" charset="0"/>
              <a:buChar char="•"/>
            </a:pPr>
            <a:r>
              <a:rPr lang="en-US" dirty="0">
                <a:effectLst/>
              </a:rPr>
              <a:t>Contains: Project details, category, location, preferred date/time</a:t>
            </a:r>
          </a:p>
          <a:p>
            <a:pPr>
              <a:spcBef>
                <a:spcPts val="150"/>
              </a:spcBef>
              <a:spcAft>
                <a:spcPts val="150"/>
              </a:spcAft>
              <a:buFont typeface="Arial" panose="020B0604020202020204" pitchFamily="34" charset="0"/>
              <a:buChar char="•"/>
            </a:pPr>
            <a:r>
              <a:rPr lang="en-US" dirty="0">
                <a:effectLst/>
              </a:rPr>
              <a:t>Logic: System automatically creates Leads for matching providers</a:t>
            </a:r>
          </a:p>
          <a:p>
            <a:pPr>
              <a:spcBef>
                <a:spcPts val="150"/>
              </a:spcBef>
              <a:spcAft>
                <a:spcPts val="150"/>
              </a:spcAft>
              <a:buFont typeface="Arial" panose="020B0604020202020204" pitchFamily="34" charset="0"/>
              <a:buChar char="•"/>
            </a:pPr>
            <a:endParaRPr lang="en-US" dirty="0"/>
          </a:p>
          <a:p>
            <a:pPr marL="0" marR="0" lvl="0" indent="0" algn="l" defTabSz="914400" rtl="0" eaLnBrk="1" fontAlgn="auto" latinLnBrk="0" hangingPunct="1">
              <a:lnSpc>
                <a:spcPct val="100000"/>
              </a:lnSpc>
              <a:spcBef>
                <a:spcPts val="135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2. Lead</a:t>
            </a:r>
          </a:p>
          <a:p>
            <a:pPr marL="0" marR="0" lvl="0" indent="0" algn="l" defTabSz="914400" rtl="0" eaLnBrk="1" fontAlgn="auto" latinLnBrk="0" hangingPunct="1">
              <a:lnSpc>
                <a:spcPct val="100000"/>
              </a:lnSpc>
              <a:spcBef>
                <a:spcPts val="150"/>
              </a:spcBef>
              <a:spcAft>
                <a:spcPts val="1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What: Notification sent to a provider about a service request</a:t>
            </a:r>
          </a:p>
          <a:p>
            <a:pPr marL="0" marR="0" lvl="0" indent="0" algn="l" defTabSz="914400" rtl="0" eaLnBrk="1" fontAlgn="auto" latinLnBrk="0" hangingPunct="1">
              <a:lnSpc>
                <a:spcPct val="100000"/>
              </a:lnSpc>
              <a:spcBef>
                <a:spcPts val="150"/>
              </a:spcBef>
              <a:spcAft>
                <a:spcPts val="1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Created by: System (automatically when Service Request is created)</a:t>
            </a:r>
          </a:p>
          <a:p>
            <a:pPr marL="0" marR="0" lvl="0" indent="0" algn="l" defTabSz="914400" rtl="0" eaLnBrk="1" fontAlgn="auto" latinLnBrk="0" hangingPunct="1">
              <a:lnSpc>
                <a:spcPct val="100000"/>
              </a:lnSpc>
              <a:spcBef>
                <a:spcPts val="150"/>
              </a:spcBef>
              <a:spcAft>
                <a:spcPts val="1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Status flow: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submitted</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routed</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accepted</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rejected</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cancelled</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150"/>
              </a:spcBef>
              <a:spcAft>
                <a:spcPts val="1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Contains: Service request info, customer contact (masked), location</a:t>
            </a:r>
          </a:p>
          <a:p>
            <a:pPr marL="0" marR="0" lvl="0" indent="0" algn="l" defTabSz="914400" rtl="0" eaLnBrk="1" fontAlgn="auto" latinLnBrk="0" hangingPunct="1">
              <a:lnSpc>
                <a:spcPct val="100000"/>
              </a:lnSpc>
              <a:spcBef>
                <a:spcPts val="150"/>
              </a:spcBef>
              <a:spcAft>
                <a:spcPts val="15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Logic: Provider pays to accept → creates Proposal</a:t>
            </a:r>
          </a:p>
          <a:p>
            <a:pPr>
              <a:spcBef>
                <a:spcPts val="150"/>
              </a:spcBef>
              <a:spcAft>
                <a:spcPts val="150"/>
              </a:spcAft>
              <a:buFont typeface="Arial" panose="020B0604020202020204" pitchFamily="34" charset="0"/>
              <a:buChar char="•"/>
            </a:pPr>
            <a:endParaRPr lang="en-US" dirty="0">
              <a:effectLst/>
            </a:endParaRPr>
          </a:p>
        </p:txBody>
      </p:sp>
    </p:spTree>
    <p:extLst>
      <p:ext uri="{BB962C8B-B14F-4D97-AF65-F5344CB8AC3E}">
        <p14:creationId xmlns:p14="http://schemas.microsoft.com/office/powerpoint/2010/main" val="4359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696305-6FA5-9AB0-D454-8291C6A3CDDE}"/>
              </a:ext>
            </a:extLst>
          </p:cNvPr>
          <p:cNvSpPr txBox="1"/>
          <p:nvPr/>
        </p:nvSpPr>
        <p:spPr>
          <a:xfrm>
            <a:off x="1260629" y="1134322"/>
            <a:ext cx="10857391" cy="4237057"/>
          </a:xfrm>
          <a:prstGeom prst="rect">
            <a:avLst/>
          </a:prstGeom>
          <a:noFill/>
        </p:spPr>
        <p:txBody>
          <a:bodyPr wrap="square">
            <a:spAutoFit/>
          </a:bodyPr>
          <a:lstStyle/>
          <a:p>
            <a:pPr>
              <a:spcBef>
                <a:spcPts val="1350"/>
              </a:spcBef>
              <a:spcAft>
                <a:spcPts val="600"/>
              </a:spcAft>
              <a:buNone/>
            </a:pPr>
            <a:r>
              <a:rPr lang="en-US" b="1" dirty="0">
                <a:effectLst/>
              </a:rPr>
              <a:t>3. Proposal</a:t>
            </a:r>
          </a:p>
          <a:p>
            <a:pPr>
              <a:spcBef>
                <a:spcPts val="150"/>
              </a:spcBef>
              <a:spcAft>
                <a:spcPts val="150"/>
              </a:spcAft>
              <a:buFont typeface="Arial" panose="020B0604020202020204" pitchFamily="34" charset="0"/>
              <a:buChar char="•"/>
            </a:pPr>
            <a:r>
              <a:rPr lang="en-US" dirty="0">
                <a:effectLst/>
              </a:rPr>
              <a:t>What: Provider's offer with price and details  </a:t>
            </a:r>
          </a:p>
          <a:p>
            <a:pPr>
              <a:spcBef>
                <a:spcPts val="150"/>
              </a:spcBef>
              <a:spcAft>
                <a:spcPts val="150"/>
              </a:spcAft>
              <a:buFont typeface="Arial" panose="020B0604020202020204" pitchFamily="34" charset="0"/>
              <a:buChar char="•"/>
            </a:pPr>
            <a:r>
              <a:rPr lang="en-US" dirty="0">
                <a:effectLst/>
              </a:rPr>
              <a:t>Created by: Provider (when accepting a Lead)</a:t>
            </a:r>
          </a:p>
          <a:p>
            <a:pPr>
              <a:spcBef>
                <a:spcPts val="150"/>
              </a:spcBef>
              <a:spcAft>
                <a:spcPts val="150"/>
              </a:spcAft>
              <a:buFont typeface="Arial" panose="020B0604020202020204" pitchFamily="34" charset="0"/>
              <a:buChar char="•"/>
            </a:pPr>
            <a:r>
              <a:rPr lang="en-US" dirty="0">
                <a:effectLst/>
              </a:rPr>
              <a:t>Status flow: </a:t>
            </a:r>
            <a:r>
              <a:rPr lang="en-US" dirty="0">
                <a:effectLst/>
                <a:latin typeface="Consolas" panose="020B0609020204030204" pitchFamily="49" charset="0"/>
              </a:rPr>
              <a:t>SENT</a:t>
            </a:r>
            <a:r>
              <a:rPr lang="en-US" dirty="0">
                <a:effectLst/>
              </a:rPr>
              <a:t> → </a:t>
            </a:r>
            <a:r>
              <a:rPr lang="en-US" dirty="0">
                <a:effectLst/>
                <a:latin typeface="Consolas" panose="020B0609020204030204" pitchFamily="49" charset="0"/>
              </a:rPr>
              <a:t>ACCEPTED</a:t>
            </a:r>
            <a:r>
              <a:rPr lang="en-US" dirty="0">
                <a:effectLst/>
              </a:rPr>
              <a:t>/</a:t>
            </a:r>
            <a:r>
              <a:rPr lang="en-US" dirty="0">
                <a:effectLst/>
                <a:latin typeface="Consolas" panose="020B0609020204030204" pitchFamily="49" charset="0"/>
              </a:rPr>
              <a:t>REJECTED</a:t>
            </a:r>
            <a:endParaRPr lang="en-US" dirty="0">
              <a:effectLst/>
            </a:endParaRPr>
          </a:p>
          <a:p>
            <a:pPr>
              <a:spcBef>
                <a:spcPts val="150"/>
              </a:spcBef>
              <a:spcAft>
                <a:spcPts val="150"/>
              </a:spcAft>
              <a:buFont typeface="Arial" panose="020B0604020202020204" pitchFamily="34" charset="0"/>
              <a:buChar char="•"/>
            </a:pPr>
            <a:r>
              <a:rPr lang="en-US" dirty="0">
                <a:effectLst/>
              </a:rPr>
              <a:t>Contains: Price, details, payment info</a:t>
            </a:r>
          </a:p>
          <a:p>
            <a:pPr>
              <a:spcBef>
                <a:spcPts val="150"/>
              </a:spcBef>
              <a:spcAft>
                <a:spcPts val="150"/>
              </a:spcAft>
              <a:buFont typeface="Arial" panose="020B0604020202020204" pitchFamily="34" charset="0"/>
              <a:buChar char="•"/>
            </a:pPr>
            <a:r>
              <a:rPr lang="en-US" dirty="0">
                <a:effectLst/>
              </a:rPr>
              <a:t>Logic: Customer pays to accept → creates Work Order</a:t>
            </a:r>
          </a:p>
          <a:p>
            <a:pPr>
              <a:spcBef>
                <a:spcPts val="1350"/>
              </a:spcBef>
              <a:spcAft>
                <a:spcPts val="600"/>
              </a:spcAft>
              <a:buNone/>
            </a:pPr>
            <a:r>
              <a:rPr lang="en-US" b="1" dirty="0">
                <a:effectLst/>
              </a:rPr>
              <a:t>4. Work Order</a:t>
            </a:r>
          </a:p>
          <a:p>
            <a:pPr>
              <a:spcBef>
                <a:spcPts val="150"/>
              </a:spcBef>
              <a:spcAft>
                <a:spcPts val="150"/>
              </a:spcAft>
              <a:buFont typeface="Arial" panose="020B0604020202020204" pitchFamily="34" charset="0"/>
              <a:buChar char="•"/>
            </a:pPr>
            <a:r>
              <a:rPr lang="en-US" dirty="0">
                <a:effectLst/>
              </a:rPr>
              <a:t>What: Active work assignment after proposal acceptance</a:t>
            </a:r>
          </a:p>
          <a:p>
            <a:pPr>
              <a:spcBef>
                <a:spcPts val="150"/>
              </a:spcBef>
              <a:spcAft>
                <a:spcPts val="150"/>
              </a:spcAft>
              <a:buFont typeface="Arial" panose="020B0604020202020204" pitchFamily="34" charset="0"/>
              <a:buChar char="•"/>
            </a:pPr>
            <a:r>
              <a:rPr lang="en-US" dirty="0">
                <a:effectLst/>
              </a:rPr>
              <a:t>Created by: System (when customer accepts proposal)</a:t>
            </a:r>
          </a:p>
          <a:p>
            <a:pPr>
              <a:spcBef>
                <a:spcPts val="150"/>
              </a:spcBef>
              <a:spcAft>
                <a:spcPts val="150"/>
              </a:spcAft>
              <a:buFont typeface="Arial" panose="020B0604020202020204" pitchFamily="34" charset="0"/>
              <a:buChar char="•"/>
            </a:pPr>
            <a:r>
              <a:rPr lang="en-US" dirty="0">
                <a:effectLst/>
              </a:rPr>
              <a:t>Status flow: </a:t>
            </a:r>
            <a:r>
              <a:rPr lang="en-US" dirty="0">
                <a:effectLst/>
                <a:latin typeface="Consolas" panose="020B0609020204030204" pitchFamily="49" charset="0"/>
              </a:rPr>
              <a:t>IN_PROGRESS</a:t>
            </a:r>
            <a:r>
              <a:rPr lang="en-US" dirty="0">
                <a:effectLst/>
              </a:rPr>
              <a:t> → </a:t>
            </a:r>
            <a:r>
              <a:rPr lang="en-US" dirty="0">
                <a:effectLst/>
                <a:latin typeface="Consolas" panose="020B0609020204030204" pitchFamily="49" charset="0"/>
              </a:rPr>
              <a:t>COMPLETED</a:t>
            </a:r>
            <a:endParaRPr lang="en-US" dirty="0">
              <a:effectLst/>
            </a:endParaRPr>
          </a:p>
          <a:p>
            <a:pPr>
              <a:spcBef>
                <a:spcPts val="150"/>
              </a:spcBef>
              <a:spcAft>
                <a:spcPts val="150"/>
              </a:spcAft>
              <a:buFont typeface="Arial" panose="020B0604020202020204" pitchFamily="34" charset="0"/>
              <a:buChar char="•"/>
            </a:pPr>
            <a:r>
              <a:rPr lang="en-US" dirty="0">
                <a:effectLst/>
              </a:rPr>
              <a:t>Contains: Service request reference, provider, completion status</a:t>
            </a:r>
          </a:p>
          <a:p>
            <a:pPr>
              <a:spcBef>
                <a:spcPts val="150"/>
              </a:spcBef>
              <a:spcAft>
                <a:spcPts val="150"/>
              </a:spcAft>
              <a:buFont typeface="Arial" panose="020B0604020202020204" pitchFamily="34" charset="0"/>
              <a:buChar char="•"/>
            </a:pPr>
            <a:r>
              <a:rPr lang="en-US" dirty="0">
                <a:effectLst/>
              </a:rPr>
              <a:t>Logic: Provider marks complete → Customer approves → Review available</a:t>
            </a:r>
          </a:p>
        </p:txBody>
      </p:sp>
    </p:spTree>
    <p:extLst>
      <p:ext uri="{BB962C8B-B14F-4D97-AF65-F5344CB8AC3E}">
        <p14:creationId xmlns:p14="http://schemas.microsoft.com/office/powerpoint/2010/main" val="128092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A14B4C01-408E-792C-35C2-C7404F5FE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08" y="2648797"/>
            <a:ext cx="5739746" cy="3995355"/>
          </a:xfrm>
          <a:prstGeom prst="rect">
            <a:avLst/>
          </a:prstGeom>
        </p:spPr>
      </p:pic>
      <p:sp>
        <p:nvSpPr>
          <p:cNvPr id="6" name="TextBox 5">
            <a:extLst>
              <a:ext uri="{FF2B5EF4-FFF2-40B4-BE49-F238E27FC236}">
                <a16:creationId xmlns:a16="http://schemas.microsoft.com/office/drawing/2014/main" id="{337B4985-D0D5-723F-3161-B847FB196B68}"/>
              </a:ext>
            </a:extLst>
          </p:cNvPr>
          <p:cNvSpPr txBox="1"/>
          <p:nvPr/>
        </p:nvSpPr>
        <p:spPr>
          <a:xfrm>
            <a:off x="669290" y="213848"/>
            <a:ext cx="3501483" cy="2585323"/>
          </a:xfrm>
          <a:prstGeom prst="rect">
            <a:avLst/>
          </a:prstGeom>
          <a:noFill/>
        </p:spPr>
        <p:txBody>
          <a:bodyPr wrap="square" rtlCol="0">
            <a:spAutoFit/>
          </a:bodyPr>
          <a:lstStyle/>
          <a:p>
            <a:r>
              <a:rPr lang="en-US" dirty="0"/>
              <a:t>I get this error when I click on Verify EMAIL </a:t>
            </a:r>
          </a:p>
          <a:p>
            <a:endParaRPr lang="en-US" dirty="0"/>
          </a:p>
          <a:p>
            <a:r>
              <a:rPr lang="en-US" dirty="0"/>
              <a:t>Is it on my my end related to web browser? </a:t>
            </a:r>
          </a:p>
          <a:p>
            <a:endParaRPr lang="en-US" dirty="0"/>
          </a:p>
          <a:p>
            <a:endParaRPr lang="en-US" dirty="0"/>
          </a:p>
          <a:p>
            <a:r>
              <a:rPr lang="en-US" dirty="0"/>
              <a:t>Fixed</a:t>
            </a:r>
          </a:p>
          <a:p>
            <a:endParaRPr lang="en-US" dirty="0"/>
          </a:p>
        </p:txBody>
      </p:sp>
      <p:pic>
        <p:nvPicPr>
          <p:cNvPr id="8" name="Picture 7" descr="A screenshot of a computer&#10;&#10;AI-generated content may be incorrect.">
            <a:extLst>
              <a:ext uri="{FF2B5EF4-FFF2-40B4-BE49-F238E27FC236}">
                <a16:creationId xmlns:a16="http://schemas.microsoft.com/office/drawing/2014/main" id="{DABD4682-F388-761B-5E1D-D7CCFF0FE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1004" y="342469"/>
            <a:ext cx="6423687" cy="6173061"/>
          </a:xfrm>
          <a:prstGeom prst="rect">
            <a:avLst/>
          </a:prstGeom>
        </p:spPr>
      </p:pic>
    </p:spTree>
    <p:extLst>
      <p:ext uri="{BB962C8B-B14F-4D97-AF65-F5344CB8AC3E}">
        <p14:creationId xmlns:p14="http://schemas.microsoft.com/office/powerpoint/2010/main" val="188204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8C1449-AA47-DED1-02B8-05624029D9DF}"/>
              </a:ext>
            </a:extLst>
          </p:cNvPr>
          <p:cNvSpPr txBox="1"/>
          <p:nvPr/>
        </p:nvSpPr>
        <p:spPr>
          <a:xfrm>
            <a:off x="1204332" y="1873405"/>
            <a:ext cx="9813073" cy="5909310"/>
          </a:xfrm>
          <a:prstGeom prst="rect">
            <a:avLst/>
          </a:prstGeom>
          <a:noFill/>
        </p:spPr>
        <p:txBody>
          <a:bodyPr wrap="square" rtlCol="0">
            <a:spAutoFit/>
          </a:bodyPr>
          <a:lstStyle/>
          <a:p>
            <a:pPr marL="342900" indent="-342900">
              <a:buAutoNum type="arabicPeriod"/>
            </a:pPr>
            <a:r>
              <a:rPr lang="en-US" dirty="0"/>
              <a:t>How leads get routed ? I need control Dashboard to be able to route leads and service requests to providers who pay more. Validate leads before sending to providers because many leads may come with bad pone numbers.  </a:t>
            </a:r>
          </a:p>
          <a:p>
            <a:pPr marL="342900" indent="-342900">
              <a:buAutoNum type="arabicPeriod"/>
            </a:pPr>
            <a:r>
              <a:rPr lang="en-US" dirty="0"/>
              <a:t>I need to max leads / service requests,  for Basic plan 10 leads per month Max. Premium = 30 leads Max and Pro Plan = Unlimited</a:t>
            </a:r>
          </a:p>
          <a:p>
            <a:pPr marL="342900" indent="-342900">
              <a:buAutoNum type="arabicPeriod"/>
            </a:pPr>
            <a:r>
              <a:rPr lang="en-US" dirty="0"/>
              <a:t>I need to have control check to have leads to go first to featured providers and Pro package service providers. After that the rest gets them. </a:t>
            </a:r>
          </a:p>
          <a:p>
            <a:pPr marL="342900" indent="-342900">
              <a:buAutoNum type="arabicPeriod"/>
            </a:pPr>
            <a:endParaRPr lang="en-US" dirty="0"/>
          </a:p>
          <a:p>
            <a:r>
              <a:rPr lang="en-US" dirty="0"/>
              <a:t>Validate leads before sending to providers because many leads may come with bad pone numbers. </a:t>
            </a:r>
          </a:p>
          <a:p>
            <a:r>
              <a:rPr lang="en-US" dirty="0"/>
              <a:t>for </a:t>
            </a:r>
            <a:r>
              <a:rPr lang="en-US" dirty="0" err="1"/>
              <a:t>exmaple</a:t>
            </a:r>
            <a:r>
              <a:rPr lang="en-US" dirty="0"/>
              <a:t>, if click "submit request" button, display modal for phone verification. and then if verification is </a:t>
            </a:r>
            <a:r>
              <a:rPr lang="en-US" dirty="0" err="1"/>
              <a:t>successed</a:t>
            </a:r>
            <a:r>
              <a:rPr lang="en-US" dirty="0"/>
              <a:t>, run for submitting requestion function.</a:t>
            </a:r>
          </a:p>
          <a:p>
            <a:endParaRPr lang="en-US" dirty="0"/>
          </a:p>
          <a:p>
            <a:r>
              <a:rPr lang="en-US" dirty="0"/>
              <a:t>Customers can create service requests without limits (membership is only for providers)</a:t>
            </a:r>
          </a:p>
          <a:p>
            <a:r>
              <a:rPr lang="en-US" dirty="0"/>
              <a:t>Lead limits only apply when providers accept/pay for leads</a:t>
            </a:r>
          </a:p>
          <a:p>
            <a:r>
              <a:rPr lang="en-US" dirty="0"/>
              <a:t>Limits are enforced monthly (resets each month)</a:t>
            </a:r>
          </a:p>
          <a:p>
            <a:r>
              <a:rPr lang="en-US" dirty="0"/>
              <a:t>Pro plan has unlimited leads (null = unlimited)</a:t>
            </a:r>
          </a:p>
          <a:p>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p:txBody>
      </p:sp>
      <p:sp>
        <p:nvSpPr>
          <p:cNvPr id="3" name="TextBox 2">
            <a:extLst>
              <a:ext uri="{FF2B5EF4-FFF2-40B4-BE49-F238E27FC236}">
                <a16:creationId xmlns:a16="http://schemas.microsoft.com/office/drawing/2014/main" id="{520F80D9-ECB6-7FB8-2576-CC9C103C7DB5}"/>
              </a:ext>
            </a:extLst>
          </p:cNvPr>
          <p:cNvSpPr txBox="1"/>
          <p:nvPr/>
        </p:nvSpPr>
        <p:spPr>
          <a:xfrm>
            <a:off x="2174789" y="1048954"/>
            <a:ext cx="6400800" cy="369332"/>
          </a:xfrm>
          <a:prstGeom prst="rect">
            <a:avLst/>
          </a:prstGeom>
          <a:noFill/>
        </p:spPr>
        <p:txBody>
          <a:bodyPr wrap="square" rtlCol="0">
            <a:spAutoFit/>
          </a:bodyPr>
          <a:lstStyle/>
          <a:p>
            <a:r>
              <a:rPr lang="en-US" dirty="0"/>
              <a:t>LEADS CONTROLL DASHBOARD </a:t>
            </a:r>
          </a:p>
        </p:txBody>
      </p:sp>
    </p:spTree>
    <p:extLst>
      <p:ext uri="{BB962C8B-B14F-4D97-AF65-F5344CB8AC3E}">
        <p14:creationId xmlns:p14="http://schemas.microsoft.com/office/powerpoint/2010/main" val="19236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446438-FFD0-BC4A-93BE-D9D2A87A08DF}"/>
              </a:ext>
            </a:extLst>
          </p:cNvPr>
          <p:cNvSpPr txBox="1"/>
          <p:nvPr/>
        </p:nvSpPr>
        <p:spPr>
          <a:xfrm>
            <a:off x="3047260" y="345759"/>
            <a:ext cx="6094520" cy="6170920"/>
          </a:xfrm>
          <a:prstGeom prst="rect">
            <a:avLst/>
          </a:prstGeom>
          <a:noFill/>
        </p:spPr>
        <p:txBody>
          <a:bodyPr wrap="square">
            <a:spAutoFit/>
          </a:bodyPr>
          <a:lstStyle/>
          <a:p>
            <a:pPr>
              <a:spcBef>
                <a:spcPts val="1350"/>
              </a:spcBef>
              <a:spcAft>
                <a:spcPts val="600"/>
              </a:spcAft>
              <a:buNone/>
            </a:pPr>
            <a:r>
              <a:rPr lang="en-US" b="1" dirty="0">
                <a:effectLst/>
              </a:rPr>
              <a:t>Resulting behavior</a:t>
            </a:r>
          </a:p>
          <a:p>
            <a:pPr>
              <a:spcBef>
                <a:spcPts val="150"/>
              </a:spcBef>
              <a:spcAft>
                <a:spcPts val="150"/>
              </a:spcAft>
              <a:buFont typeface="Arial" panose="020B0604020202020204" pitchFamily="34" charset="0"/>
              <a:buChar char="•"/>
            </a:pPr>
            <a:r>
              <a:rPr lang="en-US" b="1" dirty="0">
                <a:effectLst/>
              </a:rPr>
              <a:t>Customer clicks “Submit Request”</a:t>
            </a:r>
            <a:endParaRPr lang="en-US" dirty="0">
              <a:effectLst/>
            </a:endParaRPr>
          </a:p>
          <a:p>
            <a:pPr>
              <a:spcBef>
                <a:spcPts val="150"/>
              </a:spcBef>
              <a:spcAft>
                <a:spcPts val="150"/>
              </a:spcAft>
              <a:buFont typeface="Arial" panose="020B0604020202020204" pitchFamily="34" charset="0"/>
              <a:buChar char="•"/>
            </a:pPr>
            <a:r>
              <a:rPr lang="en-US" dirty="0">
                <a:effectLst/>
              </a:rPr>
              <a:t>Frontend checks:</a:t>
            </a:r>
          </a:p>
          <a:p>
            <a:pPr>
              <a:spcBef>
                <a:spcPts val="150"/>
              </a:spcBef>
              <a:spcAft>
                <a:spcPts val="150"/>
              </a:spcAft>
              <a:buFont typeface="Arial" panose="020B0604020202020204" pitchFamily="34" charset="0"/>
              <a:buChar char="•"/>
            </a:pPr>
            <a:r>
              <a:rPr lang="en-US" dirty="0">
                <a:effectLst/>
              </a:rPr>
              <a:t>If no phone: blocks request, shows message to add/verify phone.</a:t>
            </a:r>
          </a:p>
          <a:p>
            <a:pPr>
              <a:spcBef>
                <a:spcPts val="150"/>
              </a:spcBef>
              <a:spcAft>
                <a:spcPts val="150"/>
              </a:spcAft>
              <a:buFont typeface="Arial" panose="020B0604020202020204" pitchFamily="34" charset="0"/>
              <a:buChar char="•"/>
            </a:pPr>
            <a:r>
              <a:rPr lang="en-US" dirty="0">
                <a:effectLst/>
              </a:rPr>
              <a:t>If phone exists but not verified/expired: blocks request, shows message.</a:t>
            </a:r>
          </a:p>
          <a:p>
            <a:pPr>
              <a:spcBef>
                <a:spcPts val="150"/>
              </a:spcBef>
              <a:spcAft>
                <a:spcPts val="150"/>
              </a:spcAft>
              <a:buFont typeface="Arial" panose="020B0604020202020204" pitchFamily="34" charset="0"/>
              <a:buChar char="•"/>
            </a:pPr>
            <a:r>
              <a:rPr lang="en-US" dirty="0">
                <a:effectLst/>
              </a:rPr>
              <a:t>Only when </a:t>
            </a:r>
            <a:r>
              <a:rPr lang="en-US" dirty="0">
                <a:effectLst/>
                <a:latin typeface="Consolas" panose="020B0609020204030204" pitchFamily="49" charset="0"/>
              </a:rPr>
              <a:t>check-verification</a:t>
            </a:r>
            <a:r>
              <a:rPr lang="en-US" dirty="0">
                <a:effectLst/>
              </a:rPr>
              <a:t> returns </a:t>
            </a:r>
            <a:r>
              <a:rPr lang="en-US" dirty="0">
                <a:effectLst/>
                <a:latin typeface="Consolas" panose="020B0609020204030204" pitchFamily="49" charset="0"/>
              </a:rPr>
              <a:t>verified: true</a:t>
            </a:r>
            <a:r>
              <a:rPr lang="en-US" dirty="0">
                <a:effectLst/>
              </a:rPr>
              <a:t> does it proceed to your existing validation + submit.</a:t>
            </a:r>
          </a:p>
          <a:p>
            <a:pPr>
              <a:spcBef>
                <a:spcPts val="150"/>
              </a:spcBef>
              <a:spcAft>
                <a:spcPts val="150"/>
              </a:spcAft>
              <a:buFont typeface="Arial" panose="020B0604020202020204" pitchFamily="34" charset="0"/>
              <a:buChar char="•"/>
            </a:pPr>
            <a:r>
              <a:rPr lang="en-US" b="1" dirty="0">
                <a:effectLst/>
              </a:rPr>
              <a:t>Backend double-checks</a:t>
            </a:r>
            <a:endParaRPr lang="en-US" dirty="0">
              <a:effectLst/>
            </a:endParaRPr>
          </a:p>
          <a:p>
            <a:pPr>
              <a:spcBef>
                <a:spcPts val="150"/>
              </a:spcBef>
              <a:spcAft>
                <a:spcPts val="150"/>
              </a:spcAft>
              <a:buFont typeface="Arial" panose="020B0604020202020204" pitchFamily="34" charset="0"/>
              <a:buChar char="•"/>
            </a:pPr>
            <a:r>
              <a:rPr lang="en-US" dirty="0">
                <a:effectLst/>
              </a:rPr>
              <a:t>Even if someone bypasses the frontend, the API returns 400 unless:</a:t>
            </a:r>
          </a:p>
          <a:p>
            <a:pPr>
              <a:spcBef>
                <a:spcPts val="150"/>
              </a:spcBef>
              <a:spcAft>
                <a:spcPts val="150"/>
              </a:spcAft>
              <a:buFont typeface="Arial" panose="020B0604020202020204" pitchFamily="34" charset="0"/>
              <a:buChar char="•"/>
            </a:pPr>
            <a:r>
              <a:rPr lang="en-US" dirty="0" err="1">
                <a:effectLst/>
                <a:latin typeface="Consolas" panose="020B0609020204030204" pitchFamily="49" charset="0"/>
              </a:rPr>
              <a:t>User.phone</a:t>
            </a:r>
            <a:r>
              <a:rPr lang="en-US" dirty="0">
                <a:effectLst/>
              </a:rPr>
              <a:t> exists, and</a:t>
            </a:r>
          </a:p>
          <a:p>
            <a:pPr>
              <a:spcBef>
                <a:spcPts val="150"/>
              </a:spcBef>
              <a:spcAft>
                <a:spcPts val="150"/>
              </a:spcAft>
              <a:buFont typeface="Arial" panose="020B0604020202020204" pitchFamily="34" charset="0"/>
              <a:buChar char="•"/>
            </a:pPr>
            <a:r>
              <a:rPr lang="en-US" dirty="0">
                <a:effectLst/>
              </a:rPr>
              <a:t>There’s a recent </a:t>
            </a:r>
            <a:r>
              <a:rPr lang="en-US" dirty="0" err="1">
                <a:effectLst/>
                <a:latin typeface="Consolas" panose="020B0609020204030204" pitchFamily="49" charset="0"/>
              </a:rPr>
              <a:t>PhoneVerification</a:t>
            </a:r>
            <a:r>
              <a:rPr lang="en-US" dirty="0">
                <a:effectLst/>
              </a:rPr>
              <a:t> record with </a:t>
            </a:r>
            <a:r>
              <a:rPr lang="en-US" dirty="0">
                <a:effectLst/>
                <a:latin typeface="Consolas" panose="020B0609020204030204" pitchFamily="49" charset="0"/>
              </a:rPr>
              <a:t>verified: true</a:t>
            </a:r>
            <a:r>
              <a:rPr lang="en-US" dirty="0">
                <a:effectLst/>
              </a:rPr>
              <a:t>.</a:t>
            </a:r>
          </a:p>
          <a:p>
            <a:pPr>
              <a:buNone/>
            </a:pPr>
            <a:r>
              <a:rPr lang="en-US" dirty="0">
                <a:effectLst/>
              </a:rPr>
              <a:t>This combination ensures </a:t>
            </a:r>
            <a:r>
              <a:rPr lang="en-US" b="1" dirty="0">
                <a:effectLst/>
              </a:rPr>
              <a:t>bad / unverifiable phone numbers cannot produce leads</a:t>
            </a:r>
            <a:r>
              <a:rPr lang="en-US" dirty="0">
                <a:effectLst/>
              </a:rPr>
              <a:t> and matches your requirement:&gt; “if customer click ‘submit a request’ button, validate phone verification. if </a:t>
            </a:r>
            <a:r>
              <a:rPr lang="en-US" dirty="0" err="1">
                <a:effectLst/>
              </a:rPr>
              <a:t>successed</a:t>
            </a:r>
            <a:r>
              <a:rPr lang="en-US" dirty="0">
                <a:effectLst/>
              </a:rPr>
              <a:t>, run for </a:t>
            </a:r>
            <a:r>
              <a:rPr lang="en-US" dirty="0" err="1">
                <a:effectLst/>
              </a:rPr>
              <a:t>submitation</a:t>
            </a:r>
            <a:r>
              <a:rPr lang="en-US" dirty="0">
                <a:effectLst/>
              </a:rPr>
              <a:t> function.”</a:t>
            </a:r>
            <a:endParaRPr lang="en-US" dirty="0"/>
          </a:p>
        </p:txBody>
      </p:sp>
    </p:spTree>
    <p:extLst>
      <p:ext uri="{BB962C8B-B14F-4D97-AF65-F5344CB8AC3E}">
        <p14:creationId xmlns:p14="http://schemas.microsoft.com/office/powerpoint/2010/main" val="2641683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1372</TotalTime>
  <Words>676</Words>
  <Application>Microsoft Office PowerPoint</Application>
  <PresentationFormat>Widescreen</PresentationFormat>
  <Paragraphs>87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Maxymiv</dc:creator>
  <cp:lastModifiedBy>Apple Software</cp:lastModifiedBy>
  <cp:revision>4</cp:revision>
  <dcterms:created xsi:type="dcterms:W3CDTF">2025-12-14T10:38:46Z</dcterms:created>
  <dcterms:modified xsi:type="dcterms:W3CDTF">2025-12-15T14:10:50Z</dcterms:modified>
</cp:coreProperties>
</file>